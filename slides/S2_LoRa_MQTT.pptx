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5" r:id="rId3"/>
    <p:sldId id="276" r:id="rId4"/>
    <p:sldId id="267" r:id="rId5"/>
    <p:sldId id="303" r:id="rId6"/>
    <p:sldId id="304" r:id="rId7"/>
    <p:sldId id="283" r:id="rId8"/>
    <p:sldId id="305" r:id="rId9"/>
    <p:sldId id="302" r:id="rId1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68493"/>
  </p:normalViewPr>
  <p:slideViewPr>
    <p:cSldViewPr snapToGrid="0">
      <p:cViewPr varScale="1">
        <p:scale>
          <a:sx n="85" d="100"/>
          <a:sy n="85" d="100"/>
        </p:scale>
        <p:origin x="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656B2-ED32-8044-9B2A-829653741135}" type="datetimeFigureOut">
              <a:rPr lang="nl-NL" smtClean="0"/>
              <a:t>25-03-2026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76DE4-D675-834A-A8C5-F6A601043E90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391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0120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 sensor meet temperatuur en verstuurt deze niet direct naar één programma, maar publiceert de waarde op een MQTT-topic.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mqtt.org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3914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9EBC-2B04-30CF-5A0C-49FDC743A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AC0B5CC-23F1-4D09-72FB-8BA103AAC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01218AB-FFD3-EA1A-58AA-5C10AC4A2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Een applicatie kan zich abonneren op dit topic en ontvangt automatisch nieuwe temperatuurmetingen zodra die binnenkomen.</a:t>
            </a:r>
          </a:p>
          <a:p>
            <a:r>
              <a:rPr lang="nl-NL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Voordeel:</a:t>
            </a:r>
            <a:r>
              <a:rPr lang="nl-N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Zenders en ontvangers hoeven elkaar niet direct te kennen. Daardoor is het systeem flexibel en schaalbaar.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A0309A3-1623-5309-07DD-14D5A4C6D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76DE4-D675-834A-A8C5-F6A601043E90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476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E3ED-C625-D485-B12A-4627693C8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813A3-15E4-4A82-0C37-C78C974B1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6E590-4365-084E-8D86-237438F0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EB0B-35A5-1988-FE4A-A0DDB8F7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D50D-9B8A-2C13-F773-603CE725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038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6F7C-FF25-D565-9C9E-71E7FFCE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D068-0531-E34C-38C3-83FAF0DA1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655D2-4934-C937-BAAB-C507B90C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28325-A2C4-4220-01EB-BC3F1E7E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13D7-0838-4B74-3000-7D335E87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685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0702-102A-8C84-9AD5-3A72F1DDF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6D655-302F-C236-C59A-709D59351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EB2C-D550-E4F3-658E-5337580C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8534A-5961-C126-E417-E32FD9F5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550C-E667-BD50-8810-F4FAF357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387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B925-681D-3003-D861-780F50E2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C58C-E09E-4A4A-101C-68C0FDCDE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2F83C-E752-5EA9-A489-7E2292358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8F4C9-91AB-3447-5327-4A59F3AC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51336-E949-27D1-45C9-22E0C4D7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3E751-F369-6119-5558-BD23C9E9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658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C6AA-E30B-6FE4-743C-C23ACD6D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29350-9138-8D3E-2399-3B022D47A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D5964-5452-1FF6-8DFF-F388B8AFB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84646-B8ED-6B3F-FB14-419108A29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32628-4D42-6BE0-59BC-E7BD228EF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5A1A5-CFE0-868C-12AE-E3C8D4FF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C27F8-D91C-8DE8-B40E-49B4901B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76DA8-CF6D-9503-8DE4-DE01B8FF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869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DF92-A536-4349-5088-087E39B5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0E612-A177-8943-0797-D054F20A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09C7C-4005-FD5F-933B-6EED46D5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A187B-35A9-37EB-677C-6080EC22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592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918E3-B18C-8BF7-DCF5-AF18B2B2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36FD0-7198-7E13-7D43-A75865FC0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48651-87A7-399D-AE83-B296B3F0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259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4BAD-0D16-257B-C318-6127B126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A3EE-69E9-1AA0-4BE0-B8DB1BDAA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79FBA-CB35-8331-4179-26E612496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5B652-6D8C-2693-5D51-1D994026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E7C48-8518-3489-E429-71C86730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1891-7825-107C-26CF-6AE95EC7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181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53B2-43BF-E87F-E6C7-CC3C3C08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49BFD-D4F9-30A0-57A5-8F4501A2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3AD1C-06E0-5910-D0D6-A250C3275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1ED23-4DF4-B4D3-8BE8-8134798F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BE3F4-E9D9-572F-4E12-8A9B60C4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5B0C7-99F5-A05C-57DC-C3252AE8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909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0D1A-88F0-F42E-F7EF-0F52C366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3A364-EC46-8102-8276-E565CC1F8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B9DEE-F57A-F098-D1DF-84036CFE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0157-26F8-2329-17B6-5AC3C5C4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E13EF-FE0B-5417-875C-AB7DC777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064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C9933-15A1-3AA5-291A-DB2844613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B1711-F16A-3EC8-A11F-6BC4D3FAD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FAD66-6A57-4C3F-2E66-BA393876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8BDB-FD44-CECE-749B-27D75C34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AFD5-EF11-A27E-75E3-FEA4EA05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786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C3377-B71D-78CE-558E-D0DABD0E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35D7D-5602-B85D-E8A0-134A1070F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CB69-D146-73A4-EAFA-EA9EF2D68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CBCB4-1EFE-4E3B-9C8A-BCC4F06648F3}" type="datetimeFigureOut">
              <a:rPr lang="en-NL" smtClean="0"/>
              <a:t>3/25/26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AAE3-7AA3-10C7-1B3B-5C558D00D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C6D9-8205-4BC5-6C03-C283B1E98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436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8705-CC52-EDA9-8709-8CEDE5E45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	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25AE0-B86C-082B-7562-44B709DAB1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TI-S2 2526</a:t>
            </a:r>
            <a:endParaRPr lang="en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C3DE426-7ED8-0F89-0C66-FC07F0CB2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620649"/>
            <a:ext cx="4608576" cy="2889314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C256EEBC-F59C-86D3-70E7-E172A72E8AED}"/>
              </a:ext>
            </a:extLst>
          </p:cNvPr>
          <p:cNvSpPr txBox="1"/>
          <p:nvPr/>
        </p:nvSpPr>
        <p:spPr>
          <a:xfrm>
            <a:off x="2250525" y="3140631"/>
            <a:ext cx="3521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LoRa</a:t>
            </a:r>
            <a:r>
              <a:rPr lang="nl-NL" dirty="0"/>
              <a:t> logo: Source: </a:t>
            </a:r>
            <a:r>
              <a:rPr lang="nl-NL" dirty="0" err="1"/>
              <a:t>Semtech</a:t>
            </a:r>
            <a:r>
              <a:rPr lang="nl-NL" dirty="0"/>
              <a:t> 2017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70FC395-6C5C-FEEB-27DA-A9D0312D4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049" y="2410853"/>
            <a:ext cx="4328353" cy="1099110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B707B026-7336-164A-36AF-87EB99F3C3E6}"/>
              </a:ext>
            </a:extLst>
          </p:cNvPr>
          <p:cNvSpPr txBox="1"/>
          <p:nvPr/>
        </p:nvSpPr>
        <p:spPr>
          <a:xfrm>
            <a:off x="5995666" y="2493332"/>
            <a:ext cx="1271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 err="1"/>
              <a:t>Meets</a:t>
            </a:r>
            <a:endParaRPr lang="nl-NL" sz="3200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804C375-4FAC-A429-5882-B174397D2102}"/>
              </a:ext>
            </a:extLst>
          </p:cNvPr>
          <p:cNvSpPr txBox="1"/>
          <p:nvPr/>
        </p:nvSpPr>
        <p:spPr>
          <a:xfrm>
            <a:off x="7700205" y="3509963"/>
            <a:ext cx="3311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Image: Source: </a:t>
            </a:r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mqtt.org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3523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215A-7FB0-4EFA-3DE6-B0F79D1D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1A795-79BF-60CD-2CA2-A13398C3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code in </a:t>
            </a:r>
            <a:r>
              <a:rPr lang="en-US" dirty="0" err="1"/>
              <a:t>deze</a:t>
            </a:r>
            <a:r>
              <a:rPr lang="en-US" dirty="0"/>
              <a:t> slides is wat we ‘slideware’ </a:t>
            </a:r>
            <a:r>
              <a:rPr lang="en-US" dirty="0" err="1"/>
              <a:t>noemen</a:t>
            </a:r>
            <a:r>
              <a:rPr lang="en-US" dirty="0"/>
              <a:t> – </a:t>
            </a:r>
            <a:r>
              <a:rPr lang="en-US" dirty="0" err="1"/>
              <a:t>handig</a:t>
            </a:r>
            <a:r>
              <a:rPr lang="en-US" dirty="0"/>
              <a:t> om </a:t>
            </a:r>
            <a:r>
              <a:rPr lang="en-US" dirty="0" err="1"/>
              <a:t>concepten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leggen</a:t>
            </a:r>
            <a:r>
              <a:rPr lang="en-US" dirty="0"/>
              <a:t>, maar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praktisch</a:t>
            </a:r>
            <a:r>
              <a:rPr lang="en-US" dirty="0"/>
              <a:t> in het </a:t>
            </a:r>
            <a:r>
              <a:rPr lang="en-US" dirty="0" err="1"/>
              <a:t>echte</a:t>
            </a:r>
            <a:r>
              <a:rPr lang="en-US" dirty="0"/>
              <a:t> </a:t>
            </a:r>
            <a:r>
              <a:rPr lang="en-US" dirty="0" err="1"/>
              <a:t>leven</a:t>
            </a:r>
            <a:r>
              <a:rPr lang="en-US" dirty="0"/>
              <a:t>. Op GitHub </a:t>
            </a:r>
            <a:r>
              <a:rPr lang="en-US" dirty="0" err="1"/>
              <a:t>vinden</a:t>
            </a:r>
            <a:r>
              <a:rPr lang="en-US" dirty="0"/>
              <a:t> </a:t>
            </a:r>
            <a:r>
              <a:rPr lang="en-US" dirty="0" err="1"/>
              <a:t>jullie</a:t>
            </a:r>
            <a:r>
              <a:rPr lang="en-US" dirty="0"/>
              <a:t> </a:t>
            </a:r>
            <a:r>
              <a:rPr lang="en-US" dirty="0" err="1"/>
              <a:t>relevantere</a:t>
            </a:r>
            <a:r>
              <a:rPr lang="en-US" dirty="0"/>
              <a:t> code </a:t>
            </a:r>
            <a:r>
              <a:rPr lang="en-US" dirty="0" err="1"/>
              <a:t>voorbeelden</a:t>
            </a:r>
            <a:r>
              <a:rPr lang="en-US" dirty="0"/>
              <a:t>, maar die </a:t>
            </a:r>
            <a:r>
              <a:rPr lang="en-US" dirty="0" err="1"/>
              <a:t>passen</a:t>
            </a:r>
            <a:r>
              <a:rPr lang="en-US" dirty="0"/>
              <a:t> (</a:t>
            </a:r>
            <a:r>
              <a:rPr lang="en-US" dirty="0" err="1"/>
              <a:t>vaak</a:t>
            </a:r>
            <a:r>
              <a:rPr lang="en-US" dirty="0"/>
              <a:t>) </a:t>
            </a:r>
            <a:r>
              <a:rPr lang="en-US" dirty="0" err="1"/>
              <a:t>niet</a:t>
            </a:r>
            <a:r>
              <a:rPr lang="en-US" dirty="0"/>
              <a:t> op slides.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473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F2E6-0DFE-CECE-1DE5-ADD5A832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3B14-E801-8B4A-6E20-50F836DB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Korte </a:t>
            </a:r>
            <a:r>
              <a:rPr lang="en-US" dirty="0" err="1"/>
              <a:t>toelichting</a:t>
            </a:r>
            <a:r>
              <a:rPr lang="en-US" dirty="0"/>
              <a:t> over MQTT</a:t>
            </a:r>
          </a:p>
          <a:p>
            <a:r>
              <a:rPr lang="en-US" dirty="0" err="1"/>
              <a:t>Werkt</a:t>
            </a:r>
            <a:r>
              <a:rPr lang="en-US" dirty="0"/>
              <a:t> je end node </a:t>
            </a:r>
            <a:r>
              <a:rPr lang="en-US" dirty="0" err="1"/>
              <a:t>nog</a:t>
            </a:r>
            <a:r>
              <a:rPr lang="en-US" dirty="0"/>
              <a:t>?</a:t>
            </a:r>
          </a:p>
          <a:p>
            <a:r>
              <a:rPr lang="en-US" dirty="0"/>
              <a:t>Aan de slag!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2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5AC6-37D7-F6F1-0BB7-5738EC11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is MQTT?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5F5B-6FED-1F49-76A2-90C21CB22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1143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nl-NL" b="1" dirty="0"/>
              <a:t>MQTT</a:t>
            </a:r>
            <a:r>
              <a:rPr lang="nl-NL" dirty="0"/>
              <a:t> is een lichtgewicht communicatieprotocol voor het uitwisselen van berichten tussen apparaten en applicaties.</a:t>
            </a:r>
          </a:p>
          <a:p>
            <a:pPr marL="0" indent="0">
              <a:buNone/>
            </a:pPr>
            <a:r>
              <a:rPr lang="nl-NL" dirty="0"/>
              <a:t>Het protocol is speciaal wordt veel toegepast bij </a:t>
            </a:r>
            <a:r>
              <a:rPr lang="nl-NL" dirty="0" err="1"/>
              <a:t>IoT</a:t>
            </a:r>
            <a:r>
              <a:rPr lang="nl-NL" dirty="0"/>
              <a:t>-toepassingen.</a:t>
            </a:r>
          </a:p>
          <a:p>
            <a:pPr marL="0" indent="0">
              <a:buNone/>
            </a:pPr>
            <a:r>
              <a:rPr lang="nl-NL" dirty="0"/>
              <a:t>Belangrijke eigenschappen:</a:t>
            </a:r>
          </a:p>
          <a:p>
            <a:r>
              <a:rPr lang="nl-NL" dirty="0"/>
              <a:t>werkt volgens het </a:t>
            </a:r>
            <a:r>
              <a:rPr lang="nl-NL" dirty="0" err="1"/>
              <a:t>publish</a:t>
            </a:r>
            <a:r>
              <a:rPr lang="nl-NL" dirty="0"/>
              <a:t>/</a:t>
            </a:r>
            <a:r>
              <a:rPr lang="nl-NL" dirty="0" err="1"/>
              <a:t>subscribe</a:t>
            </a:r>
            <a:r>
              <a:rPr lang="nl-NL" dirty="0"/>
              <a:t>-model</a:t>
            </a:r>
          </a:p>
          <a:p>
            <a:r>
              <a:rPr lang="nl-NL" dirty="0"/>
              <a:t>gebruikt een broker als centraal tussenstation</a:t>
            </a:r>
          </a:p>
          <a:p>
            <a:r>
              <a:rPr lang="nl-NL" dirty="0"/>
              <a:t>zeer geschikt voor sensordata</a:t>
            </a:r>
          </a:p>
          <a:p>
            <a:r>
              <a:rPr lang="nl-NL" dirty="0"/>
              <a:t>eenvoudig te koppelen aan dashboards, databases en software</a:t>
            </a:r>
            <a:endParaRPr lang="en-NL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1EB7FC21-82A4-3E36-A8DF-78C40930E53C}"/>
              </a:ext>
            </a:extLst>
          </p:cNvPr>
          <p:cNvSpPr txBox="1"/>
          <p:nvPr/>
        </p:nvSpPr>
        <p:spPr>
          <a:xfrm>
            <a:off x="7346001" y="1464235"/>
            <a:ext cx="3311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Image: Source: </a:t>
            </a:r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mqtt.org</a:t>
            </a:r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523E3EE-A9F4-CCB6-C876-C021FCACC4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051" y="365125"/>
            <a:ext cx="4328353" cy="109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01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E4285-9E74-A236-8DDA-513CB654D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5D05-EF81-FEEF-4D20-8556CD7A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MQTT Publish / Subscribe Architecture</a:t>
            </a:r>
            <a:endParaRPr lang="en-NL" dirty="0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53A89716-0384-6AD7-18F0-037ABFBAF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47" y="2078636"/>
            <a:ext cx="9744856" cy="3045268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C4460D11-C7A2-B984-6A11-C2708EE9B49F}"/>
              </a:ext>
            </a:extLst>
          </p:cNvPr>
          <p:cNvSpPr txBox="1"/>
          <p:nvPr/>
        </p:nvSpPr>
        <p:spPr>
          <a:xfrm>
            <a:off x="838200" y="5142520"/>
            <a:ext cx="3311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Image: Source: </a:t>
            </a:r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mqtt.org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3492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E5A98-6E8E-F8F4-3445-5E096FEAB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9CD5-47C7-2725-C3A3-7732D761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werkt</a:t>
            </a:r>
            <a:r>
              <a:rPr lang="en-US" dirty="0"/>
              <a:t> MQTT in de </a:t>
            </a:r>
            <a:r>
              <a:rPr lang="en-US" dirty="0" err="1"/>
              <a:t>praktijk</a:t>
            </a:r>
            <a:r>
              <a:rPr lang="en-US" dirty="0"/>
              <a:t>?</a:t>
            </a:r>
            <a:endParaRPr lang="en-NL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5B8046-6352-79EC-93C1-DF36E0407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8114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Bij MQTT zijn er drie hoofdrollen:</a:t>
            </a:r>
          </a:p>
          <a:p>
            <a:pPr marL="0" indent="0">
              <a:buNone/>
            </a:pPr>
            <a:r>
              <a:rPr lang="nl-NL" b="1" dirty="0"/>
              <a:t>Publisher</a:t>
            </a:r>
            <a:r>
              <a:rPr lang="nl-NL" dirty="0"/>
              <a:t>: verstuurt berichten, bijvoorbeeld een sensor of bridge</a:t>
            </a:r>
          </a:p>
          <a:p>
            <a:pPr marL="0" indent="0">
              <a:buNone/>
            </a:pPr>
            <a:r>
              <a:rPr lang="nl-NL" b="1" dirty="0"/>
              <a:t>Broker</a:t>
            </a:r>
            <a:r>
              <a:rPr lang="nl-NL" dirty="0"/>
              <a:t>: ontvangt en verspreidt berichten, bijvoorbeeld </a:t>
            </a:r>
            <a:r>
              <a:rPr lang="nl-NL" dirty="0" err="1"/>
              <a:t>Mosquitto</a:t>
            </a:r>
            <a:endParaRPr lang="nl-NL" dirty="0"/>
          </a:p>
          <a:p>
            <a:pPr marL="0" indent="0">
              <a:buNone/>
            </a:pPr>
            <a:r>
              <a:rPr lang="nl-NL" b="1" dirty="0" err="1"/>
              <a:t>Subscriber</a:t>
            </a:r>
            <a:r>
              <a:rPr lang="nl-NL" dirty="0"/>
              <a:t>: luistert naar berichten op een bepaald topic</a:t>
            </a:r>
          </a:p>
          <a:p>
            <a:pPr marL="0" indent="0">
              <a:buNone/>
            </a:pPr>
            <a:r>
              <a:rPr lang="nl-NL" dirty="0"/>
              <a:t>Voorbeeld van een topic:</a:t>
            </a:r>
          </a:p>
          <a:p>
            <a:pPr marL="0" indent="0">
              <a:buNone/>
            </a:pPr>
            <a:r>
              <a:rPr lang="nl-NL" dirty="0"/>
              <a:t>hu/ti/</a:t>
            </a:r>
            <a:r>
              <a:rPr lang="nl-NL" dirty="0" err="1"/>
              <a:t>lora</a:t>
            </a:r>
            <a:r>
              <a:rPr lang="nl-NL" dirty="0"/>
              <a:t>/device01/</a:t>
            </a:r>
            <a:r>
              <a:rPr lang="nl-NL" dirty="0" err="1"/>
              <a:t>temperature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8891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6D0F-E8D5-9303-3D9A-69282BA7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</a:t>
            </a:r>
            <a:r>
              <a:rPr lang="en-US" dirty="0" err="1"/>
              <a:t>bedoelen</a:t>
            </a:r>
            <a:r>
              <a:rPr lang="en-US" dirty="0"/>
              <a:t> we met </a:t>
            </a:r>
            <a:r>
              <a:rPr lang="en-US" dirty="0" err="1"/>
              <a:t>een</a:t>
            </a:r>
            <a:r>
              <a:rPr lang="en-US" dirty="0"/>
              <a:t> API?</a:t>
            </a:r>
            <a:endParaRPr lang="en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CC9C8E59-173E-0620-2CA2-C760AF17CE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690688"/>
            <a:ext cx="7211518" cy="465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Een </a:t>
            </a:r>
            <a:r>
              <a:rPr lang="nl-NL" b="1" dirty="0"/>
              <a:t>API</a:t>
            </a:r>
            <a:r>
              <a:rPr lang="nl-NL" dirty="0"/>
              <a:t> is een afgesproken manier waarop software met andere software communiceert.</a:t>
            </a:r>
          </a:p>
          <a:p>
            <a:pPr marL="0" indent="0">
              <a:buNone/>
            </a:pPr>
            <a:r>
              <a:rPr lang="nl-NL" dirty="0"/>
              <a:t>Bij MQTT is die “API” vaak de structuur van:</a:t>
            </a:r>
          </a:p>
          <a:p>
            <a:r>
              <a:rPr lang="nl-NL" dirty="0"/>
              <a:t>de brokerverbinding</a:t>
            </a:r>
          </a:p>
          <a:p>
            <a:r>
              <a:rPr lang="nl-NL" dirty="0"/>
              <a:t>de topics</a:t>
            </a:r>
          </a:p>
          <a:p>
            <a:r>
              <a:rPr lang="nl-NL" dirty="0"/>
              <a:t>het berichtformaat (meestal JSON)</a:t>
            </a:r>
          </a:p>
        </p:txBody>
      </p:sp>
    </p:spTree>
    <p:extLst>
      <p:ext uri="{BB962C8B-B14F-4D97-AF65-F5344CB8AC3E}">
        <p14:creationId xmlns:p14="http://schemas.microsoft.com/office/powerpoint/2010/main" val="1358296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F6EF0-DC44-2242-F5DF-88629CA63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882B-2972-2489-C99D-A91549CE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en</a:t>
            </a:r>
            <a:r>
              <a:rPr lang="en-US" dirty="0"/>
              <a:t> MQTT-</a:t>
            </a:r>
            <a:r>
              <a:rPr lang="en-US" dirty="0" err="1"/>
              <a:t>integratie</a:t>
            </a:r>
            <a:endParaRPr lang="en-NL" dirty="0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3AF2C2DD-704C-AB71-E0D5-F2F6BB6513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38200" y="1690688"/>
            <a:ext cx="7211518" cy="4658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/>
              <a:t>Met Python kunnen we eenvoudig verbinden met een MQTT-broker, berichten ontvangen en de data verwerken.</a:t>
            </a:r>
          </a:p>
          <a:p>
            <a:pPr marL="0" indent="0">
              <a:buNone/>
            </a:pPr>
            <a:r>
              <a:rPr lang="nl-NL" dirty="0"/>
              <a:t>De stappen die wij gaan doorlopen: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verbinden met de MQTT-broker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subscriben</a:t>
            </a:r>
            <a:r>
              <a:rPr lang="nl-NL" dirty="0"/>
              <a:t> op een topic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JSON-data uitlezen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waarden verwerken of omrekenen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resultaat tonen in de console</a:t>
            </a:r>
          </a:p>
        </p:txBody>
      </p:sp>
    </p:spTree>
    <p:extLst>
      <p:ext uri="{BB962C8B-B14F-4D97-AF65-F5344CB8AC3E}">
        <p14:creationId xmlns:p14="http://schemas.microsoft.com/office/powerpoint/2010/main" val="404740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016-5D62-B09E-AF3C-85136D83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 dan nu.. Aan de slag!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E17AB-7DC7-DDDA-C33E-2F6219D1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Werkt</a:t>
            </a:r>
            <a:r>
              <a:rPr lang="en-US" dirty="0"/>
              <a:t> je (Raspberry Pi Pico W) LoRa end node </a:t>
            </a:r>
            <a:r>
              <a:rPr lang="en-US" dirty="0" err="1"/>
              <a:t>nog</a:t>
            </a:r>
            <a:r>
              <a:rPr lang="en-US" dirty="0"/>
              <a:t>?</a:t>
            </a:r>
          </a:p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MQTT </a:t>
            </a:r>
            <a:r>
              <a:rPr lang="en-US" dirty="0" err="1"/>
              <a:t>integratie</a:t>
            </a:r>
            <a:r>
              <a:rPr lang="en-US" dirty="0"/>
              <a:t> </a:t>
            </a:r>
            <a:r>
              <a:rPr lang="en-US" dirty="0" err="1"/>
              <a:t>aan</a:t>
            </a:r>
            <a:endParaRPr lang="en-US" dirty="0"/>
          </a:p>
          <a:p>
            <a:r>
              <a:rPr lang="en-US" dirty="0"/>
              <a:t>Test de MQTT service</a:t>
            </a:r>
          </a:p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Python </a:t>
            </a:r>
            <a:r>
              <a:rPr lang="en-US" dirty="0" err="1"/>
              <a:t>integratie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407</Words>
  <Application>Microsoft Macintosh PowerPoint</Application>
  <PresentationFormat>Breedbeeld</PresentationFormat>
  <Paragraphs>55</Paragraphs>
  <Slides>9</Slides>
  <Notes>3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 </vt:lpstr>
      <vt:lpstr>Disclaimer</vt:lpstr>
      <vt:lpstr>Planning</vt:lpstr>
      <vt:lpstr>Wat is MQTT?</vt:lpstr>
      <vt:lpstr>MQTT Publish / Subscribe Architecture</vt:lpstr>
      <vt:lpstr>Hoe werkt MQTT in de praktijk?</vt:lpstr>
      <vt:lpstr>Wat bedoelen we met een API?</vt:lpstr>
      <vt:lpstr>Python en MQTT-integratie</vt:lpstr>
      <vt:lpstr>En dan nu.. Aan de slag!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Goris</dc:creator>
  <cp:lastModifiedBy>Harm Snippe</cp:lastModifiedBy>
  <cp:revision>27</cp:revision>
  <dcterms:created xsi:type="dcterms:W3CDTF">2026-02-25T08:05:27Z</dcterms:created>
  <dcterms:modified xsi:type="dcterms:W3CDTF">2026-03-25T20:26:15Z</dcterms:modified>
</cp:coreProperties>
</file>
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5670" autoAdjust="0"/>
  </p:normalViewPr>
  <p:slideViewPr>
    <p:cSldViewPr snapToGrid="0" snapToObjects="1">
      <p:cViewPr varScale="1">
        <p:scale>
          <a:sx n="38" d="100"/>
          <a:sy n="38" d="100"/>
        </p:scale>
        <p:origin x="20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171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-TI-DEV/TI-S2/blob/main/programma/lesprogramma/programma-cpp-datatypes.md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ithub.com/HU-TI-DEV/TI-S2/blob/main/opdrachten/software/oefeningen/Datatypes.md" TargetMode="External"/><Relationship Id="rId5" Type="http://schemas.openxmlformats.org/officeDocument/2006/relationships/hyperlink" Target="https://github.com/HU-TI-DEV/TI-S2/blob/main/software/c++/data-types/float/README.md" TargetMode="External"/><Relationship Id="rId4" Type="http://schemas.openxmlformats.org/officeDocument/2006/relationships/hyperlink" Target="https://github.com/HU-TI-DEV/TI-S2/blob/main/software/c%2B%2B/data-types/int/README.md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4731A-68B7-1256-DF29-AC4ADDDA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65DAE-7005-0C40-485F-2C6D67314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49704-66C9-C543-4FCC-199B6C793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Prompt: </a:t>
            </a:r>
            <a:br>
              <a:rPr lang="en-US"/>
            </a:br>
            <a:r>
              <a:rPr lang="nl-N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Genereer een powerpoint van maximaal 20 slides, op basis van de volgende informatie: </a:t>
            </a:r>
            <a:r>
              <a:rPr lang="nl-NL" sz="1200" b="0" i="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ttps://github.com/HU-TI-DEV/TI-S2/blob/main/programma/lesprogramma/programma-cpp-datatypes.md"/>
              </a:rPr>
              <a:t>TI-S2/programma/lesprogramma/programma-cpp-datatypes.md at main · HU-TI-DEV/TI-S2</a:t>
            </a:r>
            <a:r>
              <a:rPr lang="nl-N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https://github.com/HU-TI-DEV/TI-S2/blob/main/software/c%2B%2B/data-types/int/README.md"/>
              </a:rPr>
              <a:t>TI-S2/software/c++/data-types/int/README.md at main · HU-TI-DEV/TI-S2</a:t>
            </a:r>
            <a:r>
              <a:rPr lang="nl-N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https://github.com/HU-TI-DEV/TI-S2/blob/main/software/c++/data-types/float/README.md"/>
              </a:rPr>
              <a:t>TI-S2/software/c++/data-types/float/README.md at main · HU-TI-DEV/TI-S2</a:t>
            </a:r>
            <a:r>
              <a:rPr lang="nl-N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lang="nl-NL" sz="1200" b="0" i="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https://github.com/HU-TI-DEV/TI-S2/blob/main/opdrachten/software/oefeningen/Datatypes.md"/>
              </a:rPr>
              <a:t>TI-S2/opdrachten/software/oefeningen/Datatypes.md at main · HU-TI-DEV/TI-S2</a:t>
            </a:r>
            <a:r>
              <a:rPr lang="nl-N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nl-NL"/>
          </a:p>
          <a:p>
            <a:r>
              <a:rPr lang="nl-NL"/>
              <a:t>Daarna heb ik nog veel layoutwijzigingen doorgevoerd.</a:t>
            </a:r>
          </a:p>
          <a:p>
            <a:br>
              <a:rPr lang="nl-NL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4AFAA-56C8-43C3-4DDC-DB3BDA1ADB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1794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233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2084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059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7101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7006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94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7048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8566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415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3321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2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76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5160-4BF4-93D3-910A-2D413BB0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A66CD0-20C6-99D6-C55D-FD88BE7E871B}"/>
              </a:ext>
            </a:extLst>
          </p:cNvPr>
          <p:cNvSpPr/>
          <p:nvPr/>
        </p:nvSpPr>
        <p:spPr>
          <a:xfrm>
            <a:off x="457200" y="1783878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3366"/>
                </a:solidFill>
              </a:rPr>
              <a:t>C++ Datatypes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60DE4D-2DB1-FF67-71EB-0340A2F3B3D6}"/>
              </a:ext>
            </a:extLst>
          </p:cNvPr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</a:rPr>
              <a:t>int</a:t>
            </a:r>
            <a:r>
              <a:rPr lang="en-US" sz="2000" dirty="0">
                <a:solidFill>
                  <a:srgbClr val="000000"/>
                </a:solidFill>
              </a:rPr>
              <a:t>, float, char en bool</a:t>
            </a:r>
            <a:endParaRPr lang="en-US" sz="2000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0115B80-2F5F-A60D-B1A1-4FEDDB32F152}"/>
              </a:ext>
            </a:extLst>
          </p:cNvPr>
          <p:cNvSpPr txBox="1"/>
          <p:nvPr/>
        </p:nvSpPr>
        <p:spPr>
          <a:xfrm>
            <a:off x="5241851" y="6049926"/>
            <a:ext cx="323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HU, Gera Pronk</a:t>
            </a:r>
            <a:br>
              <a:rPr lang="nl-NL"/>
            </a:br>
            <a:r>
              <a:rPr lang="nl-NL"/>
              <a:t>Gemaakt m.b.v. CoPilot</a:t>
            </a:r>
          </a:p>
        </p:txBody>
      </p:sp>
    </p:spTree>
    <p:extLst>
      <p:ext uri="{BB962C8B-B14F-4D97-AF65-F5344CB8AC3E}">
        <p14:creationId xmlns:p14="http://schemas.microsoft.com/office/powerpoint/2010/main" val="3142660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>
                <a:solidFill>
                  <a:srgbClr val="003366"/>
                </a:solidFill>
              </a:rPr>
              <a:t>Leerdoelen</a:t>
            </a:r>
            <a:endParaRPr lang="en-US" sz="2400" b="1" dirty="0">
              <a:solidFill>
                <a:srgbClr val="003366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Waarom datatypes belangrijk zijn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Werken met int en float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Verschil tussen gehele en decimale waarden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Veelgemaakte fouten herkennen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Wat </a:t>
            </a:r>
            <a:r>
              <a:rPr lang="en-US" sz="2400" b="1">
                <a:solidFill>
                  <a:srgbClr val="003366"/>
                </a:solidFill>
              </a:rPr>
              <a:t>is een </a:t>
            </a:r>
            <a:r>
              <a:rPr lang="en-US" sz="2400" b="1" dirty="0">
                <a:solidFill>
                  <a:srgbClr val="003366"/>
                </a:solidFill>
              </a:rPr>
              <a:t>datatype?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Datatype bepaalt welke waarden een variabele kan bevatten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Datatype beïnvloedt geheugen </a:t>
            </a:r>
            <a:r>
              <a:rPr lang="en-US" sz="2000">
                <a:solidFill>
                  <a:srgbClr val="000000"/>
                </a:solidFill>
              </a:rPr>
              <a:t>en berekeningen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int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</a:rPr>
              <a:t>Voor opslag </a:t>
            </a:r>
            <a:r>
              <a:rPr lang="en-US" sz="2000" dirty="0">
                <a:solidFill>
                  <a:srgbClr val="000000"/>
                </a:solidFill>
              </a:rPr>
              <a:t>van </a:t>
            </a:r>
            <a:r>
              <a:rPr lang="en-US" sz="2000">
                <a:solidFill>
                  <a:srgbClr val="000000"/>
                </a:solidFill>
              </a:rPr>
              <a:t>gehele getallen</a:t>
            </a:r>
          </a:p>
          <a:p>
            <a:pPr>
              <a:buSzPct val="100000"/>
            </a:pP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</a:rPr>
              <a:t>Voorbeelden:</a:t>
            </a:r>
          </a:p>
          <a:p>
            <a:pPr>
              <a:buSzPct val="100000"/>
            </a:pPr>
            <a:r>
              <a:rPr lang="en-US" sz="2000">
                <a:solidFill>
                  <a:srgbClr val="000000"/>
                </a:solidFill>
              </a:rPr>
              <a:t>	 </a:t>
            </a:r>
            <a:r>
              <a:rPr lang="en-US" sz="2000" dirty="0">
                <a:solidFill>
                  <a:srgbClr val="000000"/>
                </a:solidFill>
              </a:rPr>
              <a:t>-5, 0</a:t>
            </a:r>
            <a:r>
              <a:rPr lang="en-US" sz="2000">
                <a:solidFill>
                  <a:srgbClr val="000000"/>
                </a:solidFill>
              </a:rPr>
              <a:t>, 42</a:t>
            </a:r>
          </a:p>
          <a:p>
            <a:pPr>
              <a:buSzPct val="100000"/>
            </a:pP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</a:rPr>
              <a:t>Rekenkundige bewerkingen zijn mogelijk: </a:t>
            </a:r>
          </a:p>
          <a:p>
            <a:pPr>
              <a:buSzPct val="100000"/>
            </a:pPr>
            <a:r>
              <a:rPr lang="en-US" sz="2000">
                <a:solidFill>
                  <a:srgbClr val="000000"/>
                </a:solidFill>
              </a:rPr>
              <a:t>	optellen, aftrekken, vermenigvuldigen, delen, ..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int voorbeeld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000" dirty="0">
                <a:solidFill>
                  <a:srgbClr val="000000"/>
                </a:solidFill>
              </a:rPr>
              <a:t>int number = </a:t>
            </a:r>
            <a:r>
              <a:rPr lang="en-US" sz="2000">
                <a:solidFill>
                  <a:srgbClr val="000000"/>
                </a:solidFill>
              </a:rPr>
              <a:t>6;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000000"/>
                </a:solidFill>
              </a:rPr>
              <a:t>number = number + 1;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000000"/>
                </a:solidFill>
              </a:rPr>
              <a:t>number = number * 2;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Gehele deling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14 / 2 geeft 7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100 / 8 geeft 12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Rest achter de komma gaat verloren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float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Opslaan van gebroken getallen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Voorbeelden: 4.9, 2.8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Gebruik voor metingen en berekeningen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float voorbeeld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float y = </a:t>
            </a:r>
            <a:r>
              <a:rPr lang="en-US" sz="2000">
                <a:solidFill>
                  <a:srgbClr val="000000"/>
                </a:solidFill>
              </a:rPr>
              <a:t>4.9;</a:t>
            </a:r>
          </a:p>
          <a:p>
            <a:pPr>
              <a:buSzPct val="100000"/>
            </a:pP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float result = 14 / 5.0;</a:t>
            </a:r>
            <a:endParaRPr lang="en-US" sz="2000" dirty="0"/>
          </a:p>
          <a:p>
            <a:pPr>
              <a:buSzPct val="100000"/>
            </a:pPr>
            <a:r>
              <a:rPr lang="en-US" sz="2000">
                <a:solidFill>
                  <a:srgbClr val="000000"/>
                </a:solidFill>
              </a:rPr>
              <a:t>	uitkomst: </a:t>
            </a:r>
            <a:r>
              <a:rPr lang="en-US" sz="2000" dirty="0">
                <a:solidFill>
                  <a:srgbClr val="000000"/>
                </a:solidFill>
              </a:rPr>
              <a:t>2.8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int versus float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int</a:t>
            </a:r>
            <a:r>
              <a:rPr lang="en-US" sz="2000">
                <a:solidFill>
                  <a:srgbClr val="000000"/>
                </a:solidFill>
              </a:rPr>
              <a:t>: 	gehele </a:t>
            </a:r>
            <a:r>
              <a:rPr lang="en-US" sz="2000" dirty="0">
                <a:solidFill>
                  <a:srgbClr val="000000"/>
                </a:solidFill>
              </a:rPr>
              <a:t>waarden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float</a:t>
            </a:r>
            <a:r>
              <a:rPr lang="en-US" sz="2000">
                <a:solidFill>
                  <a:srgbClr val="000000"/>
                </a:solidFill>
              </a:rPr>
              <a:t>: 	waarden met decimalen</a:t>
            </a:r>
          </a:p>
          <a:p>
            <a:pPr marL="171450" indent="-171450">
              <a:buSzPct val="100000"/>
              <a:buChar char="•"/>
            </a:pPr>
            <a:endParaRPr lang="en-US" sz="2000">
              <a:solidFill>
                <a:srgbClr val="000000"/>
              </a:solidFill>
            </a:endParaRPr>
          </a:p>
          <a:p>
            <a:pPr>
              <a:buSzPct val="100000"/>
            </a:pPr>
            <a:r>
              <a:rPr lang="en-US" sz="2000">
                <a:solidFill>
                  <a:srgbClr val="000000"/>
                </a:solidFill>
              </a:rPr>
              <a:t>Tip: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000000"/>
                </a:solidFill>
              </a:rPr>
              <a:t>Kies datatype passend bij probleem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Casting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float(100) / </a:t>
            </a:r>
            <a:r>
              <a:rPr lang="en-US" sz="2000">
                <a:solidFill>
                  <a:srgbClr val="000000"/>
                </a:solidFill>
              </a:rPr>
              <a:t>8 	levert 	12.5</a:t>
            </a:r>
          </a:p>
          <a:p>
            <a:pPr marL="171450" indent="-171450">
              <a:buSzPct val="100000"/>
              <a:buChar char="•"/>
            </a:pPr>
            <a:endParaRPr lang="en-US" sz="2000">
              <a:solidFill>
                <a:srgbClr val="000000"/>
              </a:solidFill>
            </a:endParaRPr>
          </a:p>
          <a:p>
            <a:pPr marL="171450" indent="-171450"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</a:rPr>
              <a:t>Maar 100 is toch een int? Niet meer met float( ) eromheen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Conversie van int naar float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char en bool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char bevat één karakter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bool bevat true </a:t>
            </a:r>
            <a:r>
              <a:rPr lang="en-US" sz="2000">
                <a:solidFill>
                  <a:srgbClr val="000000"/>
                </a:solidFill>
              </a:rPr>
              <a:t>of false</a:t>
            </a:r>
          </a:p>
          <a:p>
            <a:pPr>
              <a:buSzPct val="100000"/>
            </a:pP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Handig voor invoer en logica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Veelgemaakte fouten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Onbedoelde gehele deling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Verkeerd datatype kiezen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Precisieverlies bij floats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Oefeningen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Maak </a:t>
            </a:r>
            <a:r>
              <a:rPr lang="en-US" sz="2000">
                <a:solidFill>
                  <a:srgbClr val="000000"/>
                </a:solidFill>
              </a:rPr>
              <a:t>oefeningen </a:t>
            </a:r>
          </a:p>
          <a:p>
            <a:pPr marL="171450" indent="-171450"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</a:rPr>
              <a:t>Experimenteer </a:t>
            </a:r>
            <a:r>
              <a:rPr lang="en-US" sz="2000" dirty="0">
                <a:solidFill>
                  <a:srgbClr val="000000"/>
                </a:solidFill>
              </a:rPr>
              <a:t>met int, float, char en bool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Voorspel eerst </a:t>
            </a:r>
            <a:r>
              <a:rPr lang="en-US" sz="2000">
                <a:solidFill>
                  <a:srgbClr val="000000"/>
                </a:solidFill>
              </a:rPr>
              <a:t>de output (zonder de code te runnen)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>
                <a:solidFill>
                  <a:srgbClr val="003366"/>
                </a:solidFill>
              </a:rPr>
              <a:t>Quiz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9441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Samenvatting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54305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int voor gehele getallen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float voor kommagetallen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char voor tekens</a:t>
            </a:r>
            <a:endParaRPr lang="en-US" sz="2000" dirty="0"/>
          </a:p>
          <a:p>
            <a:pPr marL="171450" indent="-17145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bool voor waar/onwaar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a">
  <a:themeElements>
    <a:clrScheme name="Office 2013 - 2022 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</TotalTime>
  <Words>395</Words>
  <Application>Microsoft Office PowerPoint</Application>
  <PresentationFormat>Diavoorstelling (4:3)</PresentationFormat>
  <Paragraphs>86</Paragraphs>
  <Slides>15</Slides>
  <Notes>15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Office 2013 - 2022 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C++ Datatypes</dc:subject>
  <dc:creator>Gera Pronk</dc:creator>
  <cp:lastModifiedBy>Gera Pronk</cp:lastModifiedBy>
  <cp:revision>9</cp:revision>
  <dcterms:created xsi:type="dcterms:W3CDTF">2026-09-02T19:31:36Z</dcterms:created>
  <dcterms:modified xsi:type="dcterms:W3CDTF">2026-09-03T06:27:26Z</dcterms:modified>
</cp:coreProperties>
</file>
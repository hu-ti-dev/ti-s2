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5" r:id="rId3"/>
    <p:sldId id="276" r:id="rId4"/>
    <p:sldId id="303" r:id="rId5"/>
    <p:sldId id="304" r:id="rId6"/>
    <p:sldId id="283" r:id="rId7"/>
    <p:sldId id="305" r:id="rId8"/>
    <p:sldId id="302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68493"/>
  </p:normalViewPr>
  <p:slideViewPr>
    <p:cSldViewPr snapToGrid="0">
      <p:cViewPr varScale="1">
        <p:scale>
          <a:sx n="73" d="100"/>
          <a:sy n="73" d="100"/>
        </p:scale>
        <p:origin x="11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656B2-ED32-8044-9B2A-829653741135}" type="datetimeFigureOut">
              <a:rPr lang="nl-NL" smtClean="0"/>
              <a:t>15-6-2026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76DE4-D675-834A-A8C5-F6A601043E9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3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3914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9EBC-2B04-30CF-5A0C-49FDC74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C0B5CC-23F1-4D09-72FB-8BA103AA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01218AB-FFD3-EA1A-58AA-5C10AC4A2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0309A3-1623-5309-07DD-14D5A4C6D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4760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691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E3ED-C625-D485-B12A-4627693C8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813A3-15E4-4A82-0C37-C78C974B1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E590-4365-084E-8D86-237438F0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EB0B-35A5-1988-FE4A-A0DDB8F7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D50D-9B8A-2C13-F773-603CE725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038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6F7C-FF25-D565-9C9E-71E7FFCE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D068-0531-E34C-38C3-83FAF0DA1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655D2-4934-C937-BAAB-C507B90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8325-A2C4-4220-01EB-BC3F1E7E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13D7-0838-4B74-3000-7D335E87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685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0702-102A-8C84-9AD5-3A72F1DDF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D655-302F-C236-C59A-709D59351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EB2C-D550-E4F3-658E-5337580C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8534A-5961-C126-E417-E32FD9F5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550C-E667-BD50-8810-F4FAF357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387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B925-681D-3003-D861-780F50E2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C58C-E09E-4A4A-101C-68C0FDCDE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2F83C-E752-5EA9-A489-7E2292358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8F4C9-91AB-3447-5327-4A59F3AC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51336-E949-27D1-45C9-22E0C4D7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3E751-F369-6119-5558-BD23C9E9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658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C6AA-E30B-6FE4-743C-C23ACD6D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29350-9138-8D3E-2399-3B022D47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D5964-5452-1FF6-8DFF-F388B8AFB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84646-B8ED-6B3F-FB14-419108A29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32628-4D42-6BE0-59BC-E7BD228EF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5A1A5-CFE0-868C-12AE-E3C8D4F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C27F8-D91C-8DE8-B40E-49B4901B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76DA8-CF6D-9503-8DE4-DE01B8FF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869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DF92-A536-4349-5088-087E39B5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0E612-A177-8943-0797-D054F20A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09C7C-4005-FD5F-933B-6EED46D5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A187B-35A9-37EB-677C-6080EC22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592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918E3-B18C-8BF7-DCF5-AF18B2B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36FD0-7198-7E13-7D43-A75865FC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48651-87A7-399D-AE83-B296B3F0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259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4BAD-0D16-257B-C318-6127B126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A3EE-69E9-1AA0-4BE0-B8DB1BDAA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79FBA-CB35-8331-4179-26E612496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5B652-6D8C-2693-5D51-1D99402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E7C48-8518-3489-E429-71C86730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1891-7825-107C-26CF-6AE95EC7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181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53B2-43BF-E87F-E6C7-CC3C3C08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49BFD-D4F9-30A0-57A5-8F4501A2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3AD1C-06E0-5910-D0D6-A250C3275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1ED23-4DF4-B4D3-8BE8-8134798F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BE3F4-E9D9-572F-4E12-8A9B60C4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5B0C7-99F5-A05C-57DC-C3252AE8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909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0D1A-88F0-F42E-F7EF-0F52C366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3A364-EC46-8102-8276-E565CC1F8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B9DEE-F57A-F098-D1DF-84036CFE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0157-26F8-2329-17B6-5AC3C5C4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13EF-FE0B-5417-875C-AB7DC777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064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C9933-15A1-3AA5-291A-DB2844613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1711-F16A-3EC8-A11F-6BC4D3FAD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FAD66-6A57-4C3F-2E66-BA393876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8BDB-FD44-CECE-749B-27D75C34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AFD5-EF11-A27E-75E3-FEA4EA05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786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3377-B71D-78CE-558E-D0DABD0E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35D7D-5602-B85D-E8A0-134A1070F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CB69-D146-73A4-EAFA-EA9EF2D68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CBCB4-1EFE-4E3B-9C8A-BCC4F06648F3}" type="datetimeFigureOut">
              <a:rPr lang="en-NL" smtClean="0"/>
              <a:t>06/15/2026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AAE3-7AA3-10C7-1B3B-5C558D00D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C6D9-8205-4BC5-6C03-C283B1E98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436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cid:8846bf07-d77a-41b0-97b8-8dd643a13a38@eurprd07.prod.outlook.co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8705-CC52-EDA9-8709-8CEDE5E45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	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25AE0-B86C-082B-7562-44B709DAB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TI-S2 2526</a:t>
            </a:r>
            <a:endParaRPr lang="en-NL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83FE318-22E5-33AE-DCBB-2A02E17BA2A2}"/>
              </a:ext>
            </a:extLst>
          </p:cNvPr>
          <p:cNvSpPr txBox="1"/>
          <p:nvPr/>
        </p:nvSpPr>
        <p:spPr>
          <a:xfrm>
            <a:off x="3879175" y="2721114"/>
            <a:ext cx="53465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000" dirty="0"/>
              <a:t>Project Eindpresentatie</a:t>
            </a:r>
          </a:p>
        </p:txBody>
      </p:sp>
    </p:spTree>
    <p:extLst>
      <p:ext uri="{BB962C8B-B14F-4D97-AF65-F5344CB8AC3E}">
        <p14:creationId xmlns:p14="http://schemas.microsoft.com/office/powerpoint/2010/main" val="27352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215A-7FB0-4EFA-3DE6-B0F79D1D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1A795-79BF-60CD-2CA2-A13398C3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code in </a:t>
            </a:r>
            <a:r>
              <a:rPr lang="en-US" dirty="0" err="1"/>
              <a:t>deze</a:t>
            </a:r>
            <a:r>
              <a:rPr lang="en-US" dirty="0"/>
              <a:t> slides is wat we ‘slideware’ </a:t>
            </a:r>
            <a:r>
              <a:rPr lang="en-US" dirty="0" err="1"/>
              <a:t>noemen</a:t>
            </a:r>
            <a:r>
              <a:rPr lang="en-US" dirty="0"/>
              <a:t> – </a:t>
            </a:r>
            <a:r>
              <a:rPr lang="en-US" dirty="0" err="1"/>
              <a:t>handig</a:t>
            </a:r>
            <a:r>
              <a:rPr lang="en-US" dirty="0"/>
              <a:t> om </a:t>
            </a:r>
            <a:r>
              <a:rPr lang="en-US" dirty="0" err="1"/>
              <a:t>concepten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leggen</a:t>
            </a:r>
            <a:r>
              <a:rPr lang="en-US" dirty="0"/>
              <a:t>, maar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praktisch</a:t>
            </a:r>
            <a:r>
              <a:rPr lang="en-US" dirty="0"/>
              <a:t> in het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leven</a:t>
            </a:r>
            <a:r>
              <a:rPr lang="en-US" dirty="0"/>
              <a:t>. Op GitHub </a:t>
            </a:r>
            <a:r>
              <a:rPr lang="en-US" dirty="0" err="1"/>
              <a:t>vinden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 </a:t>
            </a:r>
            <a:r>
              <a:rPr lang="en-US" dirty="0" err="1"/>
              <a:t>relevantere</a:t>
            </a:r>
            <a:r>
              <a:rPr lang="en-US" dirty="0"/>
              <a:t> code </a:t>
            </a:r>
            <a:r>
              <a:rPr lang="en-US" dirty="0" err="1"/>
              <a:t>voorbeelden</a:t>
            </a:r>
            <a:r>
              <a:rPr lang="en-US" dirty="0"/>
              <a:t>, maar die </a:t>
            </a:r>
            <a:r>
              <a:rPr lang="en-US" dirty="0" err="1"/>
              <a:t>passen</a:t>
            </a:r>
            <a:r>
              <a:rPr lang="en-US" dirty="0"/>
              <a:t> (</a:t>
            </a:r>
            <a:r>
              <a:rPr lang="en-US" dirty="0" err="1"/>
              <a:t>vaak</a:t>
            </a:r>
            <a:r>
              <a:rPr lang="en-US" dirty="0"/>
              <a:t>) </a:t>
            </a:r>
            <a:r>
              <a:rPr lang="en-US" dirty="0" err="1"/>
              <a:t>niet</a:t>
            </a:r>
            <a:r>
              <a:rPr lang="en-US" dirty="0"/>
              <a:t> op slides.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473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F2E6-0DFE-CECE-1DE5-ADD5A832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3B14-E801-8B4A-6E20-50F836DB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Bespreken</a:t>
            </a:r>
            <a:r>
              <a:rPr lang="en-US" dirty="0"/>
              <a:t> Eigen Library </a:t>
            </a:r>
            <a:r>
              <a:rPr lang="en-US" dirty="0" err="1"/>
              <a:t>opdrachten</a:t>
            </a:r>
            <a:endParaRPr lang="en-US" dirty="0"/>
          </a:p>
          <a:p>
            <a:r>
              <a:rPr lang="en-US" dirty="0" err="1"/>
              <a:t>Evalytics</a:t>
            </a:r>
            <a:endParaRPr lang="en-US" dirty="0"/>
          </a:p>
          <a:p>
            <a:r>
              <a:rPr lang="en-US" dirty="0" err="1"/>
              <a:t>Eindpresentatie</a:t>
            </a:r>
            <a:r>
              <a:rPr lang="en-US" dirty="0"/>
              <a:t> project</a:t>
            </a:r>
          </a:p>
          <a:p>
            <a:r>
              <a:rPr lang="en-US" dirty="0"/>
              <a:t>Maken van </a:t>
            </a:r>
            <a:r>
              <a:rPr lang="en-US" dirty="0" err="1"/>
              <a:t>een</a:t>
            </a:r>
            <a:r>
              <a:rPr lang="en-US" dirty="0"/>
              <a:t> poster</a:t>
            </a:r>
          </a:p>
          <a:p>
            <a:r>
              <a:rPr lang="en-US" dirty="0"/>
              <a:t>Aan de slag!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2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4285-9E74-A236-8DDA-513CB654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5D05-EF81-FEEF-4D20-8556CD7A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 library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applicatie</a:t>
            </a:r>
            <a:endParaRPr lang="en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12493F1-01F2-9991-EF7D-836F37E2C416}"/>
              </a:ext>
            </a:extLst>
          </p:cNvPr>
          <p:cNvSpPr txBox="1"/>
          <p:nvPr/>
        </p:nvSpPr>
        <p:spPr>
          <a:xfrm>
            <a:off x="952500" y="2054620"/>
            <a:ext cx="93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Vergeet niet je zelfreflectie in te leveren op Canvas.</a:t>
            </a:r>
          </a:p>
        </p:txBody>
      </p:sp>
    </p:spTree>
    <p:extLst>
      <p:ext uri="{BB962C8B-B14F-4D97-AF65-F5344CB8AC3E}">
        <p14:creationId xmlns:p14="http://schemas.microsoft.com/office/powerpoint/2010/main" val="238349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5A98-6E8E-F8F4-3445-5E096FEA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9CD5-47C7-2725-C3A3-7732D761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Evalytics</a:t>
            </a:r>
            <a:endParaRPr lang="en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5B8046-6352-79EC-93C1-DF36E0407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606799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ts val="2400"/>
              </a:lnSpc>
              <a:buNone/>
            </a:pPr>
            <a:r>
              <a:rPr lang="nl-NL" sz="3600" dirty="0"/>
              <a:t>Internet of </a:t>
            </a:r>
            <a:r>
              <a:rPr lang="nl-NL" sz="3600" dirty="0" err="1"/>
              <a:t>Things</a:t>
            </a:r>
            <a:r>
              <a:rPr lang="nl-NL" sz="3600" dirty="0"/>
              <a:t> 25-26 </a:t>
            </a:r>
            <a:endParaRPr lang="nl-NL" dirty="0"/>
          </a:p>
          <a:p>
            <a:pPr>
              <a:buNone/>
            </a:pPr>
            <a:r>
              <a:rPr lang="nl-NL" dirty="0"/>
              <a:t>Evaluatie periode: 08-06-2026 - 28-06-2026 </a:t>
            </a:r>
            <a:endParaRPr lang="nl-NL" dirty="0">
              <a:latin typeface="Aptos" panose="020B0004020202020204" pitchFamily="34" charset="0"/>
              <a:ea typeface="Calibri" panose="020F050202020403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Vergeet niet te klikken op verzenden en versturen na het invullen!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3DDBA3C-FB07-F630-D7F4-CC514774E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587495"/>
              </p:ext>
            </p:extLst>
          </p:nvPr>
        </p:nvGraphicFramePr>
        <p:xfrm>
          <a:off x="4257045" y="-941536"/>
          <a:ext cx="9047488" cy="12803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3777942" imgH="5346481" progId="Acrobat.Document.DC">
                  <p:embed/>
                </p:oleObj>
              </mc:Choice>
              <mc:Fallback>
                <p:oleObj name="Acrobat Document" r:id="rId3" imgW="3777942" imgH="5346481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7045" y="-941536"/>
                        <a:ext cx="9047488" cy="12803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889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6D0F-E8D5-9303-3D9A-69282BA7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Eindpresentatie project</a:t>
            </a:r>
            <a:endParaRPr lang="en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23811C6-2E95-4741-FD34-1765D403ED0A}"/>
              </a:ext>
            </a:extLst>
          </p:cNvPr>
          <p:cNvSpPr txBox="1"/>
          <p:nvPr/>
        </p:nvSpPr>
        <p:spPr>
          <a:xfrm>
            <a:off x="838200" y="1690688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8.50 uur opbouw door studenten bij de entree</a:t>
            </a:r>
          </a:p>
          <a:p>
            <a:r>
              <a:rPr lang="nl-NL" sz="2800" dirty="0"/>
              <a:t>9.00 uur projecten zijn presentatie gereed</a:t>
            </a:r>
          </a:p>
          <a:p>
            <a:r>
              <a:rPr lang="nl-NL" sz="2800" dirty="0"/>
              <a:t>9.00 – 11.00 uur inloop van collega studenten, genodigde en docenten</a:t>
            </a:r>
          </a:p>
          <a:p>
            <a:r>
              <a:rPr lang="nl-NL" sz="2800" dirty="0"/>
              <a:t>11.00 – 12.00 uur opruimen en afbouwen</a:t>
            </a:r>
          </a:p>
        </p:txBody>
      </p:sp>
    </p:spTree>
    <p:extLst>
      <p:ext uri="{BB962C8B-B14F-4D97-AF65-F5344CB8AC3E}">
        <p14:creationId xmlns:p14="http://schemas.microsoft.com/office/powerpoint/2010/main" val="135829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F6EF0-DC44-2242-F5DF-88629CA6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2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A882B-2972-2489-C99D-A91549CE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Maken van een poster</a:t>
            </a:r>
          </a:p>
        </p:txBody>
      </p:sp>
      <p:sp>
        <p:nvSpPr>
          <p:cNvPr id="103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129FBB3A-EC6B-A978-D76B-F2200A944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709803"/>
            <a:ext cx="7214616" cy="541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4A7F209-B051-5AD5-060A-6FE3C3D8B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740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016-5D62-B09E-AF3C-85136D83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 dan nu.. Aan de slag!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17AB-7DC7-DDDA-C33E-2F6219D1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Maak een poster de docent kan deze in kleur voor jullie afdrukken</a:t>
            </a:r>
            <a:endParaRPr lang="nl-NL" dirty="0"/>
          </a:p>
          <a:p>
            <a:endParaRPr lang="nl-NL" noProof="0" dirty="0"/>
          </a:p>
          <a:p>
            <a:r>
              <a:rPr lang="nl-NL" dirty="0"/>
              <a:t>Plaats je product op de </a:t>
            </a:r>
            <a:r>
              <a:rPr lang="nl-NL" dirty="0" err="1"/>
              <a:t>groepsrepo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6702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174</Words>
  <Application>Microsoft Office PowerPoint</Application>
  <PresentationFormat>Breedbeeld</PresentationFormat>
  <Paragraphs>36</Paragraphs>
  <Slides>8</Slides>
  <Notes>3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Adobe Acrobat Document</vt:lpstr>
      <vt:lpstr> </vt:lpstr>
      <vt:lpstr>Disclaimer</vt:lpstr>
      <vt:lpstr>Planning</vt:lpstr>
      <vt:lpstr>Eigen library en applicatie</vt:lpstr>
      <vt:lpstr>Evalytics</vt:lpstr>
      <vt:lpstr>Eindpresentatie project</vt:lpstr>
      <vt:lpstr>Maken van een poster</vt:lpstr>
      <vt:lpstr>En dan nu.. Aan de slag!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Goris</dc:creator>
  <cp:lastModifiedBy>Harm Snippe</cp:lastModifiedBy>
  <cp:revision>34</cp:revision>
  <dcterms:created xsi:type="dcterms:W3CDTF">2026-02-25T08:05:27Z</dcterms:created>
  <dcterms:modified xsi:type="dcterms:W3CDTF">2026-06-15T07:53:40Z</dcterms:modified>
</cp:coreProperties>
</file>